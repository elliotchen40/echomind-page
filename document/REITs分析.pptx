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936"/>
            <a:ext cx="9144000" cy="51036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Arial</vt:lpstr>
      <vt:lpstr>宋体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PPTX Generator</dc:creator>
  <cp:lastModifiedBy>iPad</cp:lastModifiedBy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EA43B1D43A55B064A2F4826955052BE8_33</vt:lpwstr>
  </property>
  <property fmtid="{D5CDD505-2E9C-101B-9397-08002B2CF9AE}" pid="3" name="KSOProductBuildVer">
    <vt:lpwstr>2052-12.40.0</vt:lpwstr>
  </property>
</Properties>
</file>
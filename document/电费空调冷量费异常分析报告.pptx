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一期电费与空调冷量费</a:t>
            </a:r>
            <a:br/>
            <a:r>
              <a:t>异常分析报告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分析周期：2025年1月 - 2026年2月</a:t>
            </a:r>
            <a:br/>
            <a:r>
              <a:t>租户总数：216户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星河产业集团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数据概览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电费异常租户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空调冷量费异常租户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月度波动异常租户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分析与建议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数据概览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数据规模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共14,000+条收费记录，覆盖2025年1月-2026年2月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关键指标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平均电费：3.35 元/㎡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平均空调冷量费：4.66 元/㎡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异常判定标准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• 电费/空调冷量费低于整体平均50%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• 月度用电波动变异系数超过50%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电费异常租户清单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电费异常低租户（低于平均50%）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深圳市融浩达投资有限公司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276.6㎡ | 月均 -309.5元 | -1.12元/㎡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深圳玩学国际旅行社有限公司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77.6㎡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深圳市爸妈圈文化传播有限公司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30.0㎡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深圳市飞美特科技有限公司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53.9㎡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深圳市酷联科技有限公司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110.0㎡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深圳市智营网络科技有限公司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128.6㎡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微智盛科技（深圳）有限公司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150.0㎡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微智盛科技（深圳）有限公司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50.0㎡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深圳华思税务师事务所（普通合伙）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10.0㎡ | 月均 0.0元 | 0.00元/㎡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深圳市税探探国际咨询有限公司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14.0㎡ | 月均 0.0元 | 0.00元/㎡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空调冷量费异常租户清单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空调冷量费异常低租户（低于平均50%）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深圳市问欧科技有限公司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327.1㎡ | 月均 6.1元 | 0.02元/㎡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深圳市领量科技有限公司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152.1㎡ | 月均 8.4元 | 0.06元/㎡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米帕（深圳）涂料有限公司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94.9㎡ | 月均 6.5元 | 0.07元/㎡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深圳市瑞安兴业房地产顾问有限公司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103.0㎡ | 月均 13.7元 | 0.13元/㎡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深圳市九八同创科技有限公司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177.6㎡ | 月均 38.6元 | 0.22元/㎡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深圳市鸥思物联科技有限公司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177.0㎡ | 月均 39.5元 | 0.22元/㎡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深圳市亿诚科技信息管理有限公司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87.8㎡ | 月均 20.9元 | 0.24元/㎡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深圳市智通国际科技创新研究中心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299.9㎡ | 月均 77.7元 | 0.26元/㎡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上海生腾数据科技有限公司深圳分公司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159.4㎡ | 月均 49.2元 | 0.31元/㎡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深圳市通用条码技术开发中心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面积 181.6㎡ | 月均 62.1元 | 0.34元/㎡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月度波动异常租户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月度电费波动异常租户（变异系数&gt;50%）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深圳美团低空物流科技有限公司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97.6% | 月均 780.8元 | 最高2475 最低75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深圳市泽华普悦科技有限公司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85.9% | 月均 212.9元 | 最高658 最低66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深圳市乐唯实业有限公司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79.1% | 月均 540.4元 | 最高1500 最低170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深圳市小隼智创科技有限公司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68.0% | 月均 999.5元 | 最高2019 最低25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深圳丰华智联科技有限公司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65.7% | 月均 229.3元 | 最高386 最低13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深圳优贝优品家居有限公司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63.1% | 月均 1720.5元 | 最高3850 最低700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北京优贝科技有限公司深圳分公司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62.9% | 月均 627.0元 | 最高1402 最低264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深圳市明强实业有限公司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62.0% | 月均 338.3元 | 最高835 最低62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深圳牛麦创新科技有限公司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58.8% | 月均 192.2元 | 最高339 最低8</a:t>
            </a: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深圳市诺迈迪贸易有限公司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波动 58.3% | 月均 1737.1元 | 最高2529 最低4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73152" cy="4754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分析与建议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建议措施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1. 电费为0的租户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确认是否存在计费系统问题或豁免情况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2. 空调冷量费异常低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检查是否存在分摊设备故障或计费异常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3. 月度波动大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判断是否存在季节性变化或设备启停异常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▸ 后续建议</a:t>
            </a:r>
          </a:p>
          <a:p>
            <a:pPr>
              <a:spcAft>
                <a:spcPts val="1000"/>
              </a:spcAft>
              <a:defRPr sz="1800">
                <a:solidFill>
                  <a:srgbClr val="595959"/>
                </a:solidFill>
              </a:defRPr>
            </a:pPr>
            <a:r>
              <a:t>   建立常态化监控机制，定期生成异常预警报告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